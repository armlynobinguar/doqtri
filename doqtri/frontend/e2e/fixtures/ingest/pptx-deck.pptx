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Doqtri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Reliable ingest</a:t>
            </a:r>
          </a:p>
          <a:p>
            <a:r>
              <a:t>Stable wallet sessions</a:t>
            </a:r>
          </a:p>
          <a:p>
            <a:r>
              <a:t>Public audit page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Target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Testers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Transactions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